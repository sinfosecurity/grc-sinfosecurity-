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Board Risk Summary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Elite Claims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2026-09-13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2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Live tenant records. Residual scores are not summed. Acceptance does not lower residual risk.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Enterprise risk posture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Active risks: 4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Critical: 1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2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High: 1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7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Outside appetite: 2</a:t>
            </a:r>
          </a:p>
        </p:txBody>
      </p:sp>
      <p:sp>
        <p:nvSpPr>
          <p:cNvPr id="7" name="t5"/>
          <p:cNvSpPr txBox="1"/>
          <p:nvPr/>
        </p:nvSpPr>
        <p:spPr>
          <a:xfrm>
            <a:off x="457200" y="32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Without owners: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5×5 heatmap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Moderate impact × likelihood 2: 1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Major impact × likelihood 3: 1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2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Major impact × likelihood 4: 1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7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Severe impact × likelihood 5: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Top risks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RISK-00001 · Privileged access failure · Critical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RISK-00002 · Vendor concentration · High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2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RISK-00003 · Model output error · Medium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7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RISK-00004 · Records retention gap · 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Risks outside appetite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RISK-00001 · Privileged access failure · Critical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RISK-00002 · Vendor concentration · High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Risk movement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0 worsening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0 improving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2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No invented time-series trend.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Category exposure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Cybersecurity: 1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Third Party: 1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2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Compliance: 1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7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Ai: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Business-unit exposure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No business units assigned. Unassigned counts are not invented 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Treatment status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RISK-00001 · Mitigate · Planned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RISK-00001 · Mitigate · Planned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KRI exceptions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KRI-00001 · Failed privileged access reviews · Critical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Management decisions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RISK-00001 · Accept · Approved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Key attention items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RISK-00002 · Vendor concentration · Unassigned, Outside appetite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RISK-00001 · Privileged access failure · Outside appetite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2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RISK-00003 · Model output error · Unassigned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7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RISK-00004 · Records retention gap · Unassigned</a:t>
            </a:r>
          </a:p>
        </p:txBody>
      </p:sp>
    </p:spTree>
  </p:cSld>
  <p:clrMapOvr>
    <a:masterClrMapping/>
  </p:clrMapOvr>
</p:sld>
</file>