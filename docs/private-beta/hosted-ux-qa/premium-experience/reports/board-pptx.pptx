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Executive Summary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Elite Claims: 19 vendors, 1 high residual risk.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1 vendor currently sits in high or critical residual risk.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36 critical or high findings remain open.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1 remediation item is past the target date.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Portfolio Risk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Critical vendors: 2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Overdue assessments: 11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Critical findings: 36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Overdue remediation: 1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Risk Heatmap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See the Board PDF for the 5x5 heatmap. Slide form lists residual bands only.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Critical 80–100: 0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High 60–79: 1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Medium 40–59: 3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Low 0–39: 15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33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Top Risk Vendors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Suprew: residual 74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Phase C golden 1789361629: residual 58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Phase C golden 1789360695: residual 58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Microsoft In: residual 40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1789427166: residual 31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33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cross 1789427166: residual 31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37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residual 31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41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cross 1789427619: residual 31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45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Risk Trend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2026-09: 34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Critical Findings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Is there a vulnerability management process with defined remediation times?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Has an independent security assessment been completed in the last 12 months?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Is there a documented information security policy approved by management?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Are production systems patched on a defined schedule?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Are security events logged and reviewed?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33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Is customer or confidential data encrypted in transit and at rest?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37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Is access provisioned using least privilege?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41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Premium Vendor golden 1789427619: Response needs review: Are privileged accounts reviewed at least quarterly?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45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Overdue Remediation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Supreme Investigation: Private-beta MFA evidence gap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Monitoring Changes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External monitoring not configured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Signals 0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Major Decisions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Reject residual 31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Approve With Conditions residual 58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 Accepted residual 58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Approve With Conditions residual 58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 Accepted residual 58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33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Recommendations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Complete 11 overdue vendor assessment(s).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6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Remediate or formally accept 36 critical/high finding(s).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0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Escalate 1 overdue remediation item(s).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4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Review decision briefs for 1 vendor(s) with HIGH or CRITICAL residual risk.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29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Supreme Governance Platform · Confidential — Board</a:t>
            </a:r>
          </a:p>
        </p:txBody>
      </p:sp>
    </p:spTree>
  </p:cSld>
  <p:clrMapOvr>
    <a:masterClrMapping/>
  </p:clrMapOvr>
</p:sld>
</file>